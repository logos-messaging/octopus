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DejaVu Sans"/>
              </a:rPr>
              <a:t>Octopus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EDE9FE"/>
                </a:solidFill>
                <a:latin typeface="DejaVu Sans"/>
              </a:rPr>
              <a:t>Lend your laptop to your team's CI, over Logos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DejaVu Sans"/>
              </a:rPr>
              <a:t>Hackathon - Logos Messaging Offsite 2026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EDE9FE"/>
                </a:solidFill>
                <a:latin typeface="DejaVu Sans"/>
              </a:rPr>
              <a:t>Logos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DejaVu Sans"/>
              </a:rPr>
              <a:t>Fabiana Cecin  ·  Tanya Stubbs  ·  Ivan Folgueira Bande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CI minutes cost money, and the laptops sit idle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7665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Hosted runners bill by the minute; macOS minutes cost the most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Every developer has a fast machine that is idle most of the day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Self-hosted runners exist, but:</a:t>
            </a:r>
          </a:p>
          <a:p>
            <a:pPr algn="l" marL="685800" indent="-274320">
              <a:spcAft>
                <a:spcPts val="10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–	registering one needs repo admin rights</a:t>
            </a:r>
          </a:p>
          <a:p>
            <a:pPr algn="l" marL="685800" indent="-274320">
              <a:spcAft>
                <a:spcPts val="10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–	an always-on coordinator needs a GitHub admin token on a server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We wanted: team machines run the CI, with no server and no stored admin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840480" cy="1005840"/>
          </a:xfrm>
          <a:prstGeom prst="roundRect">
            <a:avLst/>
          </a:prstGeom>
          <a:solidFill>
            <a:srgbClr val="F1F3F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GitHub-hosted runner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paid per minute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17520"/>
            <a:ext cx="3840480" cy="100584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Team laptop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idle, already trusted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297680"/>
            <a:ext cx="3840480" cy="1005840"/>
          </a:xfrm>
          <a:prstGeom prst="roundRect">
            <a:avLst/>
          </a:prstGeom>
          <a:solidFill>
            <a:srgbClr val="F1F3F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Coordinator server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holds an admin token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Logos Delivery is the control 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No coordinator: the team machines and the CI job meet on a Logos Delivery topic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Discovery, job assignment, results and live logs all travel over the network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GitHub only proves who is asking (OIDC token) — it never gets a runner registration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Anything no machine takes, and Windows, falls back to a GitHub-hosted runner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3108960" cy="109728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Discovery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who is online, which 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572000"/>
            <a:ext cx="3108960" cy="109728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Assignment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claim · lease · takeover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572000"/>
            <a:ext cx="3108960" cy="109728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Results &amp; logs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encrypted reply 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How a CI run reaches a laptop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377440" cy="1097280"/>
          </a:xfrm>
          <a:prstGeom prst="roundRect">
            <a:avLst/>
          </a:prstGeom>
          <a:solidFill>
            <a:srgbClr val="F1F3F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GitHub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push / pull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2377440" cy="1280160"/>
          </a:xfrm>
          <a:prstGeom prst="roundRect">
            <a:avLst/>
          </a:prstGeom>
          <a:solidFill>
            <a:srgbClr val="F1F3F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submit job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hosted, cheap Linux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OIDC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743200"/>
            <a:ext cx="3291840" cy="1645920"/>
          </a:xfrm>
          <a:prstGeom prst="roundRect">
            <a:avLst/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B1F2A"/>
                </a:solidFill>
                <a:latin typeface="DejaVu Sans"/>
              </a:rPr>
              <a:t>Logos Delivery</a:t>
            </a:r>
          </a:p>
          <a:p>
            <a:pPr algn="ctr"/>
            <a:r>
              <a:rPr sz="1500" b="0">
                <a:solidFill>
                  <a:srgbClr val="5B6375"/>
                </a:solidFill>
                <a:latin typeface="DejaVu Sans"/>
              </a:rPr>
              <a:t>public logos.test fleet</a:t>
            </a:r>
          </a:p>
          <a:p>
            <a:pPr algn="ctr"/>
            <a:r>
              <a:rPr sz="1500" b="0">
                <a:solidFill>
                  <a:srgbClr val="5B6375"/>
                </a:solidFill>
                <a:latin typeface="DejaVu Sans"/>
              </a:rPr>
              <a:t>topic + encrypted 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371600"/>
            <a:ext cx="2834640" cy="10972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Laptop (macOS)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octopus ci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017520"/>
            <a:ext cx="2834640" cy="109728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Server (Linux)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octopus ci node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663440"/>
            <a:ext cx="2834640" cy="1097280"/>
          </a:xfrm>
          <a:prstGeom prst="roundRect">
            <a:avLst/>
          </a:prstGeom>
          <a:solidFill>
            <a:srgbClr val="F1F3F7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1F2A"/>
                </a:solidFill>
                <a:latin typeface="DejaVu Sans"/>
              </a:rPr>
              <a:t>GitHub-hosted</a:t>
            </a:r>
          </a:p>
          <a:p>
            <a:pPr algn="ctr"/>
            <a:r>
              <a:rPr sz="1300" b="0">
                <a:solidFill>
                  <a:srgbClr val="5B6375"/>
                </a:solidFill>
                <a:latin typeface="DejaVu Sans"/>
              </a:rPr>
              <a:t>fallback · Windows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2834640"/>
            <a:ext cx="0" cy="1097280"/>
          </a:xfrm>
          <a:prstGeom prst="line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79" y="3291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375"/>
                </a:solidFill>
                <a:latin typeface="DejaVu Sans"/>
              </a:rPr>
              <a:t>runs the workflow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834640" y="3840480"/>
            <a:ext cx="1371600" cy="640080"/>
          </a:xfrm>
          <a:prstGeom prst="line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240279" y="4434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375"/>
                </a:solidFill>
                <a:latin typeface="DejaVu Sans"/>
              </a:rPr>
              <a:t>request per leg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98079" y="1920240"/>
            <a:ext cx="1280161" cy="1371600"/>
          </a:xfrm>
          <a:prstGeom prst="line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19" y="21945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375"/>
                </a:solidFill>
                <a:latin typeface="DejaVu Sans"/>
              </a:rPr>
              <a:t>claim / lease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79" y="3566160"/>
            <a:ext cx="1280161" cy="0"/>
          </a:xfrm>
          <a:prstGeom prst="line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498079" y="4023360"/>
            <a:ext cx="1280161" cy="1188720"/>
          </a:xfrm>
          <a:prstGeom prst="line">
            <a:avLst/>
          </a:prstGeom>
          <a:ln w="25400">
            <a:solidFill>
              <a:srgbClr val="6D28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89319" y="48006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B6375"/>
                </a:solidFill>
                <a:latin typeface="DejaVu Sans"/>
              </a:rPr>
              <a:t>nobody took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5"/>
                </a:solidFill>
                <a:latin typeface="DejaVu Sans"/>
              </a:rPr>
              <a:t>Nodes verify the token against GitHub's public keys, rank themselves (rendezvous hash), claim, run .octopus/ci.sh, and stream the log back. The submit job prints it and gates the PR.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TRUST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Who may run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Every request carries a GitHub OIDC token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checked against GitHub's public keys; one-time use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pinned workflow, allowed repo, no fork PRs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Team membership is a signed chain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team key → member list (GitHub logins, per repo/org)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→ SSH signature of each node, checked on github.com/&lt;login&gt;.keys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No admin token on any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Jobs can run in a throwaway container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sees only the checkout; no gh login, SSH keys or home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read-only root, no capabilities, resource limits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Honest limits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a member's machine is trusted to report the truth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container on Linux only; macOS needs a 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6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08760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270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a CI run of this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5544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a finished run, or Re-run all jobs on GitHub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0428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submit job joins the fleet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3317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publishes one request per leg on Logos Delivery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63239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81527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taken by node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108959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a team machine (our server or Ivan's Mac) claims a leg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40479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858767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[linux] / [macos] 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886199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the test output streams back over Logos Delivery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36007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995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6634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the full test suite ran on the team machine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6D28D9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DejaVu San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4132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1F2A"/>
                </a:solidFill>
                <a:latin typeface="DejaVu Sans Mono"/>
              </a:rPr>
              <a:t>job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54406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each leg: a team machine, or the GitHub-hosted fallback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What Logos Delivery gave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39496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DejaVu Sans"/>
              </a:rPr>
              <a:t>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7744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1F2A"/>
                </a:solidFill>
                <a:latin typeface="DejaVu Sans"/>
              </a:rPr>
              <a:t>Nodes behind home NATs talk through the public fleet: no ports to open, no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9496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DejaVu Sans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1F2A"/>
                </a:solidFill>
                <a:latin typeface="DejaVu Sans"/>
              </a:rPr>
              <a:t>One pub/sub topic: machines announce, CI jobs ask, everyone hears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39496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9776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DejaVu Sans"/>
              </a:rPr>
              <a:t>Private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1F2A"/>
                </a:solidFill>
                <a:latin typeface="DejaVu Sans"/>
              </a:rPr>
              <a:t>Reliable, end-to-end encrypted channels for results and live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394960" cy="1828800"/>
          </a:xfrm>
          <a:prstGeom prst="roundRect">
            <a:avLst/>
          </a:prstGeom>
          <a:solidFill>
            <a:srgbClr val="EDE9FE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D28D9"/>
                </a:solidFill>
                <a:latin typeface="DejaVu Sans"/>
              </a:rPr>
              <a:t>Fast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52628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1F2A"/>
                </a:solidFill>
                <a:latin typeface="DejaVu Sans"/>
              </a:rPr>
              <a:t>A fresh node joins the fleet and exchanges messages in about 4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We used it on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760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Octopus runs its own CI through Octopus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We installed it as new users and filed what hurt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Fixed during the hackathon: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install ~9 min → under a minute (no submodule clones)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library 279 MB → 68 MB (stripped)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TRACE flood ~360 lines/s → INFO by default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stop took 24 s → immediate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clear errors for missing gh login and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Still open: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a node keeps ≤ 5 peers per IP (library limit)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nightly end-to-end test needs its repo set up</a:t>
            </a:r>
          </a:p>
          <a:p>
            <a:pPr algn="l" marL="320040" indent="-320040">
              <a:spcAft>
                <a:spcPts val="1000"/>
              </a:spcAft>
            </a:pPr>
            <a:r>
              <a:rPr sz="1900" b="0">
                <a:solidFill>
                  <a:srgbClr val="1B1F2A"/>
                </a:solidFill>
                <a:latin typeface="DejaVu Sans"/>
              </a:rPr>
              <a:t>•	Three ways to use it, one CLI: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octopus ci init — join the team CI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octopus init — a plain runner for a repo</a:t>
            </a:r>
          </a:p>
          <a:p>
            <a:pPr algn="l" marL="685800" indent="-274320">
              <a:spcAft>
                <a:spcPts val="1000"/>
              </a:spcAft>
            </a:pPr>
            <a:r>
              <a:rPr sz="1600" b="0">
                <a:solidFill>
                  <a:srgbClr val="5B6375"/>
                </a:solidFill>
                <a:latin typeface="DejaVu Sans"/>
              </a:rPr>
              <a:t>–	coordinator mode — one-use JIT runners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D28D9"/>
                </a:solidFill>
                <a:latin typeface="DejaVu Sans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1F2A"/>
                </a:solidFill>
                <a:latin typeface="DejaVu Sans"/>
              </a:rPr>
              <a:t>Status and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Octopus · Logos Messaging Offsite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375"/>
                </a:solidFill>
                <a:latin typeface="DejaVu San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v0.4.0 released: pip wheel, prebuilt libraries for Linux x86_64 and macOS arm64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octopus update upgrades a machine and restarts its service</a:t>
            </a:r>
          </a:p>
          <a:p>
            <a:pPr algn="l" marL="320040" indent="-320040">
              <a:spcAft>
                <a:spcPts val="1000"/>
              </a:spcAft>
            </a:pPr>
            <a:r>
              <a:rPr sz="2000" b="0">
                <a:solidFill>
                  <a:srgbClr val="1B1F2A"/>
                </a:solidFill>
                <a:latin typeface="DejaVu Sans"/>
              </a:rPr>
              <a:t>•	Next:</a:t>
            </a:r>
          </a:p>
          <a:p>
            <a:pPr algn="l" marL="685800" indent="-274320">
              <a:spcAft>
                <a:spcPts val="10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–	“drivers”: GitHub today; GitLab or a plain “run this” later</a:t>
            </a:r>
          </a:p>
          <a:p>
            <a:pPr algn="l" marL="685800" indent="-274320">
              <a:spcAft>
                <a:spcPts val="10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–	a macOS VM sandbox, like the Linux container</a:t>
            </a:r>
          </a:p>
          <a:p>
            <a:pPr algn="l" marL="685800" indent="-274320">
              <a:spcAft>
                <a:spcPts val="1000"/>
              </a:spcAft>
            </a:pPr>
            <a:r>
              <a:rPr sz="1700" b="0">
                <a:solidFill>
                  <a:srgbClr val="5B6375"/>
                </a:solidFill>
                <a:latin typeface="DejaVu Sans"/>
              </a:rPr>
              <a:t>–	more team machines, and measuring cost and speed against hosted runners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DejaVu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EDE9FE"/>
                </a:solidFill>
                <a:latin typeface="DejaVu Sans Mono"/>
              </a:rPr>
              <a:t>github.com/logos-messaging/octopus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DejaVu Sans"/>
              </a:rPr>
              <a:t>Fabiana Cecin  ·  Tanya Stubbs  ·  Ivan Folgueira Bande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